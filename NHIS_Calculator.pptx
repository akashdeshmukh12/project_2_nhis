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2/21/2026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8836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2/21/2026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020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7D9E-721A-44BB-8863-9873FE64DA75}" type="datetime1">
              <a:rPr lang="en-US" smtClean="0"/>
              <a:t>2/21/2026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2390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2/21/2026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130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2/21/2026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31024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2/21/2026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177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2/21/2026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8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2/21/2026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082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78AC6A5B-8AE7-4A41-B5A7-9ADC6686DC18}" type="datetime1">
              <a:rPr lang="en-US" smtClean="0"/>
              <a:t>2/21/2026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691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167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84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2/21/2026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445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2AF0143-CFD6-2E7F-8712-D0CFD5204D5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alphaModFix amt="50000"/>
          </a:blip>
          <a:srcRect t="7786" b="35964"/>
          <a:stretch>
            <a:fillRect/>
          </a:stretch>
        </p:blipFill>
        <p:spPr>
          <a:xfrm>
            <a:off x="0" y="78668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623E41-321F-49AD-D002-9049E49B76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1265562"/>
            <a:ext cx="8991600" cy="2767102"/>
          </a:xfrm>
        </p:spPr>
        <p:txBody>
          <a:bodyPr>
            <a:normAutofit/>
          </a:bodyPr>
          <a:lstStyle/>
          <a:p>
            <a:r>
              <a:rPr lang="en-IN" sz="5300" dirty="0"/>
              <a:t>NEXTHIKE IT SOLUTIONS LTD.</a:t>
            </a:r>
            <a:br>
              <a:rPr lang="en-IN" dirty="0"/>
            </a:br>
            <a:br>
              <a:rPr lang="en-IN" dirty="0"/>
            </a:br>
            <a:r>
              <a:rPr lang="en-IN" sz="2000" dirty="0"/>
              <a:t>Akash </a:t>
            </a:r>
            <a:r>
              <a:rPr lang="en-IN" sz="2000" dirty="0" err="1"/>
              <a:t>appasaheb</a:t>
            </a:r>
            <a:r>
              <a:rPr lang="en-IN" sz="2000" dirty="0"/>
              <a:t> Deshmukh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300CB-60A5-F705-D205-DF91AD0809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84" y="4822376"/>
            <a:ext cx="6801612" cy="770062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Creating a GUI Python Calculator</a:t>
            </a:r>
          </a:p>
        </p:txBody>
      </p:sp>
    </p:spTree>
    <p:extLst>
      <p:ext uri="{BB962C8B-B14F-4D97-AF65-F5344CB8AC3E}">
        <p14:creationId xmlns:p14="http://schemas.microsoft.com/office/powerpoint/2010/main" val="30013939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458898-BBF6-D24F-6D0D-2DEEFDB8C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IN" sz="3000">
                <a:solidFill>
                  <a:srgbClr val="FFFFFF"/>
                </a:solidFill>
              </a:rPr>
              <a:t>Objective: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5163B-6838-249F-EE84-49DB2A830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695" y="1402080"/>
            <a:ext cx="5320696" cy="4053840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b="1" dirty="0"/>
              <a:t>Need to create a Graphical User Interface (GUI), in Python by using any GUI python library.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b="1" dirty="0"/>
              <a:t>It is must to perform well defined mathematical Functions and show respective results on screen display.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b="1" dirty="0"/>
              <a:t>Here, this project can also motivate us to learn core python, Python IDE (VS Code), GitHub etc.</a:t>
            </a:r>
          </a:p>
        </p:txBody>
      </p:sp>
    </p:spTree>
    <p:extLst>
      <p:ext uri="{BB962C8B-B14F-4D97-AF65-F5344CB8AC3E}">
        <p14:creationId xmlns:p14="http://schemas.microsoft.com/office/powerpoint/2010/main" val="1026696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FFD02-0C34-ED08-832A-5D1C6E070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GUI Calculator Design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6216E4-AE5F-1A91-3562-CA30C9504F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8905" y="2441749"/>
            <a:ext cx="4320792" cy="4109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47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B7EEDA-3146-1218-5F9A-7B05FD4CA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IN" sz="2300">
                <a:solidFill>
                  <a:srgbClr val="FFFFFF"/>
                </a:solidFill>
              </a:rPr>
              <a:t>Learning &amp; Challenges: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A5D76-2CF7-6C6A-9FB4-A8FDA669A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695" y="1402080"/>
            <a:ext cx="5320696" cy="4053840"/>
          </a:xfrm>
        </p:spPr>
        <p:txBody>
          <a:bodyPr anchor="ctr">
            <a:normAutofit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b="1" dirty="0"/>
              <a:t>During this Project I had no any idea about Graphical User Interface (GUI), but during this Project I have research, learn about </a:t>
            </a:r>
            <a:r>
              <a:rPr lang="en-IN" sz="1600" b="1" dirty="0" err="1"/>
              <a:t>Tkinter</a:t>
            </a:r>
            <a:r>
              <a:rPr lang="en-IN" sz="1600" b="1" dirty="0"/>
              <a:t> Library and how to use it.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b="1" dirty="0"/>
              <a:t>Also, Learn core Python like OPP programming, Functions etc.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b="1" dirty="0"/>
              <a:t>[ Refer “</a:t>
            </a:r>
            <a:r>
              <a:rPr lang="en-IN" sz="1600" b="1" dirty="0" err="1"/>
              <a:t>Codewithharry</a:t>
            </a:r>
            <a:r>
              <a:rPr lang="en-IN" sz="1600" b="1" dirty="0"/>
              <a:t>” &amp; “</a:t>
            </a:r>
            <a:r>
              <a:rPr lang="en-IN" sz="1600" b="1" dirty="0" err="1"/>
              <a:t>CampusX</a:t>
            </a:r>
            <a:r>
              <a:rPr lang="en-IN" sz="1600" b="1" dirty="0"/>
              <a:t>”  </a:t>
            </a:r>
            <a:r>
              <a:rPr lang="en-IN" sz="1600" b="1" dirty="0" err="1"/>
              <a:t>Youtube</a:t>
            </a:r>
            <a:r>
              <a:rPr lang="en-IN" sz="1600" b="1" dirty="0"/>
              <a:t> channels and their respective content]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b="1" dirty="0"/>
              <a:t>[Also refer website like Geeksforgeeks.org,  Python Documentation, also take help from </a:t>
            </a:r>
            <a:r>
              <a:rPr lang="en-IN" sz="1600" b="1" dirty="0" err="1"/>
              <a:t>CloudeAI</a:t>
            </a:r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3779307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2AD7556-C90D-4946-8E4E-1E79D5B3D2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B0CC56-54B2-4AE0-87C5-296E78A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42815"/>
            <a:ext cx="12192000" cy="261518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3D6029-E5B2-516C-77EF-C355596CE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3418891"/>
            <a:ext cx="8991600" cy="1645920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800"/>
              <a:t>Thank You</a:t>
            </a:r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4580F29D-A76D-DF18-6D15-286F12EAAC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67820" y="640079"/>
            <a:ext cx="2456360" cy="245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905721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34</TotalTime>
  <Words>162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Gill Sans MT</vt:lpstr>
      <vt:lpstr>Wingdings</vt:lpstr>
      <vt:lpstr>Parcel</vt:lpstr>
      <vt:lpstr>NEXTHIKE IT SOLUTIONS LTD.  Akash appasaheb Deshmukh</vt:lpstr>
      <vt:lpstr>Objective:</vt:lpstr>
      <vt:lpstr>GUI Calculator Design</vt:lpstr>
      <vt:lpstr>Learning &amp; Challenges: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[ D. Akash ]. MR_ALCHEMIST</dc:creator>
  <cp:lastModifiedBy>[ D. Akash ]. MR_ALCHEMIST</cp:lastModifiedBy>
  <cp:revision>1</cp:revision>
  <dcterms:created xsi:type="dcterms:W3CDTF">2026-02-20T20:28:12Z</dcterms:created>
  <dcterms:modified xsi:type="dcterms:W3CDTF">2026-02-20T21:02:40Z</dcterms:modified>
</cp:coreProperties>
</file>